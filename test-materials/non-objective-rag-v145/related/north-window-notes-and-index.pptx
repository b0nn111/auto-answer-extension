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北窗笔记: Theo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Coffee stains, purple ribbon, and an old postmark are distractors.</a:t>
            </a:r>
          </a:p>
          <a:p>
            <a:pPr>
              <a:defRPr sz="2000"/>
            </a:pPr>
            <a:r>
              <a:t>The real clue that the blue box belonged to Theo was 锁扣背面的三颗星刻痕.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Clara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Clara said the final page always guides the reader back to the right chapter.</a:t>
            </a:r>
          </a:p>
          <a:p>
            <a:pPr>
              <a:defRPr sz="2000"/>
            </a:pPr>
            <a:r>
              <a:t>She nicknamed the final-page index 迷路索引.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Bookmark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Mina needed the 银色书签 to verify page numbers in 北窗笔记.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北窗笔记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