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实验室安全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戴护目镜</a:t>
            </a:r>
          </a:p>
          <a:p>
            <a:pPr>
              <a:defRPr sz="2000"/>
            </a:pPr>
            <a:r>
              <a:t>记录样本编号</a:t>
            </a:r>
          </a:p>
          <a:p>
            <a:pPr>
              <a:defRPr sz="2000"/>
            </a:pPr>
            <a:r>
              <a:t>不要把食品带进实验室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样本保存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蓝色标签代表低温样本，与蓝色抽屉无关。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生物实验安全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