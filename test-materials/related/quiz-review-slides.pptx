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Review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France -&gt; Paris</a:t>
            </a:r>
          </a:p>
          <a:p>
            <a:r>
              <a:t>Mars -&gt; Red Planet</a:t>
            </a:r>
          </a:p>
          <a:p>
            <a:r>
              <a:t>Water -&gt; H2O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